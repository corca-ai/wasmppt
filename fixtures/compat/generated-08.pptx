
<file path=[Content_Types].xml><?xml version="1.0" encoding="utf-8"?>
<Types xmlns="http://schemas.openxmlformats.org/package/2006/content-types"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docProps/custom.xml" ContentType="application/vnd.openxmlformats-officedocument.custom-properties+xml"/>
</Types>
</file>

<file path=_rels/.rels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9144000" cy="5143500"/>
</p:presentation>
</file>

<file path=ppt/_rels/presentation.xml.rels>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sp>
        <p:nvSpPr>
          <p:cNvPr id="2" name="Generated case 8" descr="wasmppt:text:case_08"/>
        </p:nvSpPr>
        <p:spPr>
          <a:xfrm rot="2400000">
            <a:off x="914400" y="685800"/>
            <a:ext cx="7315200" cy="2057400"/>
          </a:xfrm>
          <a:prstGeom prst="chevron"/>
          <a:gradFill>
            <a:gsLst>
              <a:gs pos="0">
                <a:srgbClr val="4472C4"/>
              </a:gs>
              <a:gs pos="100000">
                <a:srgbClr val="FFFFFF"/>
              </a:gs>
            </a:gsLst>
            <a:lin ang="5400000"/>
          </a:gradFill>
        </p:spPr>
        <p:txBody>
          <a:bodyPr anchor="ctr"/>
          <a:lstStyle/>
          <a:p>
            <a:pPr algn="ctr"/>
            <a:r>
              <a:rPr sz="2400" spc="80"/>
              <a:t>Compatibility case 8: 한국어 العربية 漢字</a:t>
            </a:r>
          </a:p>
        </p:txBody>
      </p:sp>
    </p:spTree>
  </p:cSld>
</p:sld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ase">
    <vt:i4>8</vt:i4>
  </property>
  <property fmtid="{D5CDD505-2E9C-101B-9397-08002B2CF9AE}" pid="3" name="generator">
    <vt:lpwstr>wasmppt compatibility corpus v1</vt:lpwstr>
  </property>
</Properties>
</file>