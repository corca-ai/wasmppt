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7" descr="wasmppt:text:case_17"/>
        </p:nvSpPr>
        <p:spPr>
          <a:xfrm rot="2400000">
            <a:off x="914400" y="685800"/>
            <a:ext cx="7315200" cy="2057400"/>
          </a:xfrm>
          <a:prstGeom prst="star5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170"/>
              <a:t>Compatibility case 17: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17</vt:i4>
  </property>
  <property fmtid="{D5CDD505-2E9C-101B-9397-08002B2CF9AE}" pid="3" name="generator">
    <vt:lpwstr>wasmppt compatibility corpus v1</vt:lpwstr>
  </property>
</Properties>
</file>