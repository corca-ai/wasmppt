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32" descr="wasmppt:text:case_32"/>
        </p:nvSpPr>
        <p:spPr>
          <a:xfrm rot="1500000">
            <a:off x="914400" y="685800"/>
            <a:ext cx="7315200" cy="2057400"/>
          </a:xfrm>
          <a:prstGeom prst="roundRect"/>
          <a:gradFill>
            <a:gsLst>
              <a:gs pos="0">
                <a:srgbClr val="4472C4"/>
              </a:gs>
              <a:gs pos="100000">
                <a:srgbClr val="FFFFFF"/>
              </a:gs>
            </a:gsLst>
            <a:lin ang="5400000"/>
          </a:gradFill>
        </p:spPr>
        <p:txBody>
          <a:bodyPr anchor="ctr"/>
          <a:lstStyle/>
          <a:p>
            <a:pPr algn="ctr"/>
            <a:r>
              <a:rPr sz="2400" spc="320"/>
              <a:t>Compatibility case 32: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32</vt:i4>
  </property>
  <property fmtid="{D5CDD505-2E9C-101B-9397-08002B2CF9AE}" pid="3" name="generator">
    <vt:lpwstr>wasmppt compatibility corpus v1</vt:lpwstr>
  </property>
</Properties>
</file>