
<file path=[Content_Types].xml><?xml version="1.0" encoding="utf-8"?>
<Types xmlns="http://schemas.openxmlformats.org/package/2006/content-types"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docProps/custom.xml" ContentType="application/vnd.openxmlformats-officedocument.custom-properties+xml"/>
</Types>
</file>

<file path=_rels/.rels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51435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nvSpPr>
          <p:cNvPr id="2" name="Generated case 34" descr="wasmppt:text:case_34"/>
        </p:nvSpPr>
        <p:spPr>
          <a:xfrm rot="2100000">
            <a:off x="914400" y="685800"/>
            <a:ext cx="7315200" cy="2057400"/>
          </a:xfrm>
          <a:prstGeom prst="triangle"/>
          <a:solidFill>
            <a:schemeClr val="accent1"/>
          </a:solidFill>
        </p:spPr>
        <p:txBody>
          <a:bodyPr anchor="ctr"/>
          <a:lstStyle/>
          <a:p>
            <a:pPr algn="ctr"/>
            <a:r>
              <a:rPr sz="2400" spc="340"/>
              <a:t>Compatibility case 34: 한국어 العربية 漢字</a:t>
            </a:r>
          </a:p>
        </p:txBody>
      </p:sp>
    </p:spTree>
  </p:cSld>
</p:sld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ase">
    <vt:i4>34</vt:i4>
  </property>
  <property fmtid="{D5CDD505-2E9C-101B-9397-08002B2CF9AE}" pid="3" name="generator">
    <vt:lpwstr>wasmppt compatibility corpus v1</vt:lpwstr>
  </property>
</Properties>
</file>