
<file path=[Content_Types].xml><?xml version="1.0" encoding="utf-8"?>
<Types xmlns="http://schemas.openxmlformats.org/package/2006/content-types">
  <Default Extension="xml" ContentType="application/xml"/>
  <Default Extension="png" ContentType="image/png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  <p:sldSz cx="12192000" cy="6858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charts/_rels/chart1.xml.rels><Relationships xmlns="http://schemas.openxmlformats.org/package/2006/relationships"><Relationship Id="rWorkbook" Type="http://schemas.openxmlformats.org/officeDocument/2006/relationships/package" Target="../embeddings/sales.xlsx"/></Relationships>
</file>

<file path=ppt/charts/chart1.xml><?xml version="1.0" encoding="utf-8"?>
<c:chartSpace xmlns:c="http://schemas.openxmlformats.org/drawingml/2006/chart" xmlns:r="http://schemas.openxmlformats.org/officeDocument/2006/relationships">
  <c:chart>
    <c:plotArea>
      <c:barChart>
        <c:barDir val="col"/>
        <c:ser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</c:v>
                </c:pt>
                <c:pt idx="1">
                  <c:v>64</c:v>
                </c:pt>
                <c:pt idx="2">
                  <c:v>53</c:v>
                </c:pt>
              </c:numCache>
            </c:numRef>
          </c:val>
        </c:ser>
      </c:barChart>
    </c:plotArea>
  </c:chart>
  <c:externalData r:id="rWorkbook"/>
</c:chartSpace>
</file>

<file path=ppt/slideLayouts/_rels/slideLayout1.xml.rels><Relationships xmlns="http://schemas.openxmlformats.org/package/2006/relationships"><Relationship Id="rMaster" Type="http://schemas.openxmlformats.org/officeDocument/2006/relationships/slideMaster" Target="../slideMasters/slideMaster1.xml"/></Relationships>
</file>

<file path=ppt/slideLayouts/_rels/slideLayout2.xml.rels><Relationships xmlns="http://schemas.openxmlformats.org/package/2006/relationships"><Relationship Id="rMaster" Type="http://schemas.openxmlformats.org/officeDocument/2006/relationships/slideMaster" Target="../slideMasters/slideMaster2.xml"/></Relationships>
</file>

<file path=ppt/slideLayouts/slideLayout1.xml><?xml version="1.0" encoding="utf-8"?>
<p:sldLayout xmlns:p="http://schemas.openxmlformats.org/presentationml/2006/main" xmlns:a="http://schemas.openxmlformats.org/drawingml/2006/main">
  <p:cSld>
    <p:spTree>
      <p:sp>
        <p:nvSpPr>
          <p:cNvPr id="20" name="Layout decoration"/>
        </p:nvSpPr>
        <p:spPr>
          <a:xfrm>
            <a:off x="10" y="20"/>
            <a:ext cx="30" cy="40"/>
          </a:xfrm>
          <a:prstGeom prst="diamond"/>
          <a:solidFill>
            <a:srgbClr val="010203"/>
          </a:solidFill>
        </p:spPr>
      </p:sp>
      <p:sp>
        <p:nvSpPr>
          <p:cNvPr id="21" name="Title placeholder"/>
          <p:nvPr>
            <p:ph type="title" idx="1"/>
          </p:nvPr>
        </p:nvSpPr>
        <p:spPr>
          <a:xfrm>
            <a:off x="1000000" y="500000"/>
            <a:ext cx="8000000" cy="1000000"/>
          </a:xfrm>
          <a:prstGeom prst="rect"/>
          <a:solidFill>
            <a:schemeClr val="accent1">
              <a:tint val="20000"/>
            </a:schemeClr>
          </a:solidFill>
          <a:ln w="12700">
            <a:solidFill>
              <a:srgbClr val="000000"/>
            </a:solidFill>
          </a:ln>
        </p:spPr>
      </p:sp>
    </p:spTree>
  </p:cSld>
</p:sldLayout>
</file>

<file path=ppt/slideLayouts/slideLayout2.xml><?xml version="1.0" encoding="utf-8"?>
<p:sldLayout xmlns:p="http://schemas.openxmlformats.org/presentationml/2006/main">
  <p:cSld>
    <p:spTree/>
  </p:cSld>
</p:sldLayout>
</file>

<file path=ppt/slideMasters/_rels/slideMaster1.xml.rels><Relationships xmlns="http://schemas.openxmlformats.org/package/2006/relationships"><Relationship Id="rTheme" Type="http://schemas.openxmlformats.org/officeDocument/2006/relationships/theme" Target="../theme/theme1.xml"/></Relationships>
</file>

<file path=ppt/slideMasters/_rels/slideMaster2.xml.rels><Relationships xmlns="http://schemas.openxmlformats.org/package/2006/relationships"><Relationship Id="rTheme" Type="http://schemas.openxmlformats.org/officeDocument/2006/relationships/theme" Target="../theme/theme2.xml"/></Relationships>
</file>

<file path=ppt/slideMasters/slideMaster1.xml><?xml version="1.0" encoding="utf-8"?>
<p:sldMaster xmlns:p="http://schemas.openxmlformats.org/presentationml/2006/main" xmlns:a="http://schemas.openxmlformats.org/drawingml/2006/main">
  <p:cSld>
    <p:bg>
      <p:bgPr>
        <a:solidFill>
          <a:schemeClr val="bg1"/>
        </a:solidFill>
      </p:bgPr>
    </p:bg>
    <p:spTree>
      <p:sp>
        <p:nvSpPr>
          <p:cNvPr id="30" name="Master decoration"/>
        </p:nvSpPr>
        <p:spPr>
          <a:xfrm>
            <a:off x="0" y="0"/>
            <a:ext cx="100" cy="100"/>
          </a:xfrm>
          <a:prstGeom prst="rect"/>
          <a:solidFill>
            <a:schemeClr val="accent1">
              <a:shade val="50000"/>
            </a:schemeClr>
          </a:solidFill>
        </p:spPr>
      </p:sp>
    </p:spTree>
  </p:cSld>
  <p:clrMap accent1="accent1" bg1="lt1" tx1="dk1"/>
</p:sldMaster>
</file>

<file path=ppt/slideMasters/slideMaster2.xml><?xml version="1.0" encoding="utf-8"?>
<p:sldMaster xmlns:p="http://schemas.openxmlformats.org/presentationml/2006/main">
  <p:cSld>
    <p:spTree/>
  </p:cSld>
</p:sldMaster>
</file>

<file path=ppt/slides/_rels/slide1.xml.rels><Relationships xmlns="http://schemas.openxmlformats.org/package/2006/relationships"><Relationship Id="rLayout" Type="http://schemas.openxmlformats.org/officeDocument/2006/relationships/slideLayout" Target="../slideLayouts/slideLayout1.xml"/><Relationship Id="rImg" Type="http://schemas.openxmlformats.org/officeDocument/2006/relationships/image" Target="../media/image1.png"/><Relationship Id="rLink" Type="http://schemas.openxmlformats.org/officeDocument/2006/relationships/hyperlink" Target="https://example.com/report" TargetMode="External"/></Relationships>
</file>

<file path=ppt/slides/_rels/slide2.xml.rels><Relationships xmlns="http://schemas.openxmlformats.org/package/2006/relationships"><Relationship Id="rLayout" Type="http://schemas.openxmlformats.org/officeDocument/2006/relationships/slideLayout" Target="../slideLayouts/slideLayout2.xml"/><Relationship Id="rChart" Type="http://schemas.openxmlformats.org/officeDocument/2006/relationships/chart" Target="../charts/chart1.xml"/><Relationship Id="rEmf" Type="http://schemas.openxmlformats.org/officeDocument/2006/relationships/image" Target="../media/preview.emf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grpSp>
        <p:nvGrpSpPr>
          <p:cNvPr id="10" name="Group"/>
        </p:nvGrpSpPr>
        <p:grpSpPr>
          <a:xfrm rot="60000">
            <a:off x="100" y="200"/>
            <a:ext cx="4000000" cy="2000000"/>
            <a:chOff x="0" y="0"/>
            <a:chExt cx="2000000" cy="1000000"/>
          </a:xfrm>
        </p:grpSpPr>
        <p:sp>
          <p:nvSpPr>
            <p:cNvPr id="2" name="Title" descr="Quarterly report title">
              <a:hlinkClick r:id="rLink"/>
            </p:cNvPr>
            <p:nvPr>
              <p:ph type="title" idx="1"/>
            </p:nvPr>
          </p:nvSpPr>
          <p:spPr>
            <a:prstGeom prst="rect"/>
          </p:spPr>
          <p:txBody>
            <a:bodyPr anchor="ctr" wrap="square">
              <a:normAutofit/>
            </a:bodyPr>
            <a:p>
              <a:pPr algn="ctr"/>
              <a:r>
                <a:rPr sz="2800" b="1">
                  <a:latin typeface="Arial"/>
                </a:rPr>
                <a:t>Actual </a:t>
              </a:r>
              <a:r>
                <a:rPr sz="2800" i="1">
                  <a:ea typeface="Arial"/>
                </a:rPr>
                <a:t>title</a:t>
              </a:r>
            </a:p>
          </p:txBody>
        </p:sp>
      </p:grpSp>
      <p:pic>
        <p:nvPicPr>
          <p:cNvPr id="3" name="Photo" descr="Quarterly report photo"/>
        </p:nvPicPr>
        <p:spPr>
          <a:xfrm>
            <a:off x="5000000" y="1000000"/>
            <a:ext cx="2000000" cy="2000000"/>
          </a:xfrm>
        </p:spPr>
        <p:blipFill>
          <a:blip r:embed="rImg"/>
          <a:srcRect l="1000" t="2000" r="3000" b="4000"/>
        </p:blipFill>
      </p:pic>
      <p:sp>
        <p:nvSpPr>
          <p:cNvPr id="4" name="Custom"/>
        </p:nvSpPr>
        <p:spPr>
          <a:xfrm>
            <a:off x="8000000" y="1000000"/>
            <a:ext cx="2000000" cy="1600000"/>
          </a:xfrm>
          <a:custGeom>
            <a:pathLst>
              <a:path w="100" h="100">
                <a:moveTo>
                  <a:pt x="0" y="100"/>
                </a:moveTo>
                <a:lnTo>
                  <a:pt x="50" y="0"/>
                </a:lnTo>
                <a:lnTo>
                  <a:pt x="100" y="100"/>
                </a:lnTo>
                <a:close/>
              </a:path>
            </a:pathLst>
          </a:custGeom>
          <a:gradFill>
            <a:gsLst>
              <a:gs pos="0">
                <a:srgbClr val="FFAA00"/>
              </a:gs>
              <a:gs pos="100000">
                <a:srgbClr val="AA00FF"/>
              </a:gs>
            </a:gsLst>
            <a:lin ang="5400000"/>
          </a:gradFill>
          <a:ln w="19050">
            <a:solidFill>
              <a:srgbClr val="222222"/>
            </a:solidFill>
            <a:headEnd type="triangle"/>
            <a:tailEnd type="diamond"/>
          </a:ln>
          <a:effectLst>
            <a:outerShdw blurRad="63500" dist="63500" dir="2700000">
              <a:srgbClr val="333333">
                <a:alpha val="50000"/>
              </a:srgbClr>
            </a:outerShdw>
          </a:effectLst>
        </p:spPr>
      </p:sp>
      <p:graphicFrame>
        <p:nvGraphicFramePr>
          <p:cNvPr id="5" name="Chart"/>
        </p:nvGraphicFramePr>
      </p:graphicFrame>
    </p:spTree>
  </p:cSld>
</p:sld>
</file>

<file path=ppt/slides/slide2.xml><?xml version="1.0" encoding="utf-8"?>
<p:sld xmlns:p="http://schemas.openxmlformats.org/presentationml/2006/main" xmlns:a="http://schemas.openxmlformats.org/drawingml/2006/main" xmlns:c="http://schemas.openxmlformats.org/drawingml/2006/chart" xmlns:dgm="http://schemas.openxmlformats.org/drawingml/2006/diagram" xmlns:r="http://schemas.openxmlformats.org/officeDocument/2006/relationships">
  <p:cSld>
    <p:spTree>
      <p:sp>
        <p:nvSpPr>
          <p:cNvPr id="2" name="Second"/>
        </p:nvSpPr>
        <p:spPr>
          <a:xfrm>
            <a:off x="1" y="2"/>
            <a:ext cx="3" cy="4"/>
          </a:xfrm>
          <a:prstGeom prst="ellipse"/>
          <a:solidFill>
            <a:schemeClr val="accent1"/>
          </a:solidFill>
          <a:sp3d/>
        </p:spPr>
      </p:sp>
      <p:graphicFrame>
        <p:nvGraphicFramePr>
          <p:cNvPr id="6" name="Sales Table" descr="Quarterly sales table"/>
        </p:nvGraphicFramePr>
        <p:xfrm>
          <a:off x="500000" y="500000"/>
          <a:ext cx="5000000" cy="2500000"/>
        </p:xfrm>
        <a:graphic>
          <a:graphicData uri="http://schemas.openxmlformats.org/drawingml/2006/table">
            <a:tbl>
              <a:tblGrid>
                <a:gridCol w="2500000"/>
                <a:gridCol w="2500000"/>
              </a:tblGrid>
              <a:tr h="1000000">
                <a:tc>
                  <a:txBody>
                    <a:p>
                      <a:r>
                        <a:t>Quarter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p>
                      <a:r>
                        <a:t>Sales</a:t>
                      </a:r>
                    </a:p>
                  </a:txBody>
                </a:tc>
              </a:tr>
              <a:tr h="1500000">
                <a:tc>
                  <a:txBody>
                    <a:p>
                      <a:r>
                        <a:t>Q1</a:t>
                      </a:r>
                    </a:p>
                  </a:txBody>
                </a:tc>
                <a:tc>
                  <a:txBody>
                    <a:p>
                      <a:r>
                        <a:t>42</a:t>
                      </a:r>
                    </a:p>
                  </a:txBody>
                </a:tc>
              </a:tr>
            </a:tbl>
          </a:graphicData>
        </a:graphic>
      </p:graphicFrame>
      <p:graphicFrame>
        <p:nvGraphicFramePr>
          <p:cNvPr id="7" name="Sales Chart" descr="Quarterly sales chart"/>
        </p:nvGraphicFramePr>
        <p:xfrm>
          <a:off x="6000000" y="500000"/>
          <a:ext cx="5500000" cy="4000000"/>
        </p:xfrm>
        <a:graphic>
          <a:graphicData uri="http://schemas.openxmlformats.org/drawingml/2006/chart">
            <c:chart r:id="rChart"/>
          </a:graphicData>
        </a:graphic>
      </p:graphicFrame>
      <p:graphicFrame>
        <p:nvGraphicFramePr>
          <p:cNvPr id="8" name="SmartArt"/>
        </p:nvGraphicFramePr>
        <a:graphic>
          <a:graphicData uri="http://schemas.openxmlformats.org/drawingml/2006/diagram">
            <dgm:relIds r:dm="rDiagram"/>
          </a:graphicData>
        </a:graphic>
      </p:graphicFrame>
      <p:pic>
        <p:nvPicPr>
          <p:cNvPr id="9" name="Metafile"/>
        </p:nvPicPr>
        <p:spPr>
          <a:xfrm>
            <a:off x="8500000" y="4500000"/>
            <a:ext cx="2500000" cy="1800000"/>
          </a:xfrm>
        </p:spPr>
        <p:blipFill>
          <a:blip r:embed="rEmf"/>
        </p:blipFill>
      </p:pic>
    </p:spTree>
  </p:cSld>
  <p:transition/>
  <p:timing>
    <p:tnLst/>
  </p:timing>
</p:sld>
</file>

<file path=ppt/theme/theme1.xml><?xml version="1.0" encoding="utf-8"?>
<a:theme xmlns:a="http://schemas.openxmlformats.org/drawingml/2006/main">
  <a:themeElements>
    <a:clrScheme name="One">
      <a:dk1>
        <a:srgbClr val="000000"/>
      </a:dk1>
      <a:lt1>
        <a:srgbClr val="FFFFFF"/>
      </a:lt1>
      <a:accent1>
        <a:srgbClr val="336699"/>
      </a:accent1>
    </a:clrScheme>
  </a:themeElements>
</a:theme>
</file>

<file path=ppt/theme/theme2.xml><?xml version="1.0" encoding="utf-8"?>
<a:theme xmlns:a="http://schemas.openxmlformats.org/drawingml/2006/main">
  <a:themeElements>
    <a:clrScheme name="Two">
      <a:accent1>
        <a:srgbClr val="AA5500"/>
      </a:accent1>
    </a:clrScheme>
  </a:themeElements>
</a:theme>
</file>